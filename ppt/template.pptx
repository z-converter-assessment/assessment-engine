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/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0F7478-8E62-312A-2529-107B1E7D13EB}" v="65" dt="2026-06-25T04:09:04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7F32B6CD-9822-E78C-8608-1006B5DD822A}"/>
              </a:ext>
            </a:extLst>
          </p:cNvPr>
          <p:cNvGrpSpPr/>
          <p:nvPr userDrawn="1"/>
        </p:nvGrpSpPr>
        <p:grpSpPr>
          <a:xfrm>
            <a:off x="513242" y="4563125"/>
            <a:ext cx="11177782" cy="41467"/>
            <a:chOff x="450156" y="5031056"/>
            <a:chExt cx="9803846" cy="45719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450156" y="5036576"/>
              <a:ext cx="9793088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순서도: 데이터 15"/>
            <p:cNvSpPr/>
            <p:nvPr/>
          </p:nvSpPr>
          <p:spPr>
            <a:xfrm rot="10800000" flipH="1">
              <a:off x="8831698" y="5031056"/>
              <a:ext cx="792089" cy="45719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00 h 10000"/>
                <a:gd name="connsiteX1" fmla="*/ 932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00 h 10000"/>
                <a:gd name="connsiteX1" fmla="*/ 932 w 10000"/>
                <a:gd name="connsiteY1" fmla="*/ 0 h 10000"/>
                <a:gd name="connsiteX2" fmla="*/ 10000 w 10000"/>
                <a:gd name="connsiteY2" fmla="*/ 0 h 10000"/>
                <a:gd name="connsiteX3" fmla="*/ 8901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00 h 10000"/>
                <a:gd name="connsiteX1" fmla="*/ 932 w 10000"/>
                <a:gd name="connsiteY1" fmla="*/ 0 h 10000"/>
                <a:gd name="connsiteX2" fmla="*/ 10000 w 10000"/>
                <a:gd name="connsiteY2" fmla="*/ 0 h 10000"/>
                <a:gd name="connsiteX3" fmla="*/ 9037 w 10000"/>
                <a:gd name="connsiteY3" fmla="*/ 10000 h 10000"/>
                <a:gd name="connsiteX4" fmla="*/ 0 w 10000"/>
                <a:gd name="connsiteY4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311" y="6667"/>
                    <a:pt x="621" y="3333"/>
                    <a:pt x="932" y="0"/>
                  </a:cubicBezTo>
                  <a:lnTo>
                    <a:pt x="10000" y="0"/>
                  </a:lnTo>
                  <a:lnTo>
                    <a:pt x="9037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33"/>
            </a:p>
          </p:txBody>
        </p:sp>
        <p:sp>
          <p:nvSpPr>
            <p:cNvPr id="19" name="순서도: 데이터 15"/>
            <p:cNvSpPr/>
            <p:nvPr/>
          </p:nvSpPr>
          <p:spPr>
            <a:xfrm rot="10800000" flipH="1">
              <a:off x="9538191" y="5031056"/>
              <a:ext cx="715811" cy="45719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00 h 10000"/>
                <a:gd name="connsiteX1" fmla="*/ 932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00 h 10000"/>
                <a:gd name="connsiteX1" fmla="*/ 932 w 10000"/>
                <a:gd name="connsiteY1" fmla="*/ 0 h 10000"/>
                <a:gd name="connsiteX2" fmla="*/ 10000 w 10000"/>
                <a:gd name="connsiteY2" fmla="*/ 0 h 10000"/>
                <a:gd name="connsiteX3" fmla="*/ 8901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00 h 10000"/>
                <a:gd name="connsiteX1" fmla="*/ 932 w 10000"/>
                <a:gd name="connsiteY1" fmla="*/ 0 h 10000"/>
                <a:gd name="connsiteX2" fmla="*/ 10000 w 10000"/>
                <a:gd name="connsiteY2" fmla="*/ 0 h 10000"/>
                <a:gd name="connsiteX3" fmla="*/ 9037 w 10000"/>
                <a:gd name="connsiteY3" fmla="*/ 10000 h 10000"/>
                <a:gd name="connsiteX4" fmla="*/ 0 w 10000"/>
                <a:gd name="connsiteY4" fmla="*/ 10000 h 10000"/>
                <a:gd name="connsiteX0" fmla="*/ 0 w 9037"/>
                <a:gd name="connsiteY0" fmla="*/ 10000 h 10000"/>
                <a:gd name="connsiteX1" fmla="*/ 932 w 9037"/>
                <a:gd name="connsiteY1" fmla="*/ 0 h 10000"/>
                <a:gd name="connsiteX2" fmla="*/ 9032 w 9037"/>
                <a:gd name="connsiteY2" fmla="*/ 0 h 10000"/>
                <a:gd name="connsiteX3" fmla="*/ 9037 w 9037"/>
                <a:gd name="connsiteY3" fmla="*/ 10000 h 10000"/>
                <a:gd name="connsiteX4" fmla="*/ 0 w 9037"/>
                <a:gd name="connsiteY4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37" h="10000">
                  <a:moveTo>
                    <a:pt x="0" y="10000"/>
                  </a:moveTo>
                  <a:cubicBezTo>
                    <a:pt x="311" y="6667"/>
                    <a:pt x="621" y="3333"/>
                    <a:pt x="932" y="0"/>
                  </a:cubicBezTo>
                  <a:lnTo>
                    <a:pt x="9032" y="0"/>
                  </a:lnTo>
                  <a:cubicBezTo>
                    <a:pt x="9034" y="3333"/>
                    <a:pt x="9035" y="6667"/>
                    <a:pt x="9037" y="10000"/>
                  </a:cubicBezTo>
                  <a:lnTo>
                    <a:pt x="0" y="1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33">
                <a:solidFill>
                  <a:srgbClr val="F37321"/>
                </a:solidFill>
              </a:endParaRPr>
            </a:p>
          </p:txBody>
        </p:sp>
      </p:grpSp>
      <p:pic>
        <p:nvPicPr>
          <p:cNvPr id="6" name="그림 5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8686FB-D70B-57E7-7FB3-ADCCD644DD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25" y="174762"/>
            <a:ext cx="1783128" cy="35554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C9635F5-21CB-A367-7E44-71BDD0D8A91B}"/>
              </a:ext>
            </a:extLst>
          </p:cNvPr>
          <p:cNvSpPr/>
          <p:nvPr userDrawn="1"/>
        </p:nvSpPr>
        <p:spPr>
          <a:xfrm>
            <a:off x="8057654" y="6565878"/>
            <a:ext cx="4023480" cy="243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829361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7" b="0" i="0" u="none" strike="noStrike" kern="1200" cap="none" spc="0" normalizeH="0" baseline="0" noProof="0">
                <a:ln>
                  <a:noFill/>
                </a:ln>
                <a:solidFill>
                  <a:srgbClr val="4D4440">
                    <a:alpha val="99000"/>
                  </a:srgbClr>
                </a:solidFill>
                <a:effectLst/>
                <a:uLnTx/>
                <a:uFillTx/>
                <a:latin typeface="+mn-lt"/>
                <a:ea typeface="+mn-ea"/>
                <a:cs typeface="Noto Sans KR" charset="-127"/>
              </a:rPr>
              <a:t>Copyright </a:t>
            </a:r>
            <a:r>
              <a:rPr kumimoji="1" lang="ko-KR" altLang="en-US" sz="907" b="0" i="0" u="none" strike="noStrike" kern="1200" cap="none" spc="0" normalizeH="0" baseline="0" noProof="0">
                <a:ln>
                  <a:noFill/>
                </a:ln>
                <a:solidFill>
                  <a:srgbClr val="4D4440">
                    <a:alpha val="99000"/>
                  </a:srgbClr>
                </a:solidFill>
                <a:effectLst/>
                <a:uLnTx/>
                <a:uFillTx/>
                <a:latin typeface="+mn-ea"/>
                <a:ea typeface="+mn-ea"/>
                <a:cs typeface="Noto Sans KR" charset="-127"/>
              </a:rPr>
              <a:t>ⓒ</a:t>
            </a:r>
            <a:r>
              <a:rPr kumimoji="1" lang="en-US" altLang="ko-KR" sz="907" b="0" i="0" u="none" strike="noStrike" kern="1200" cap="none" spc="0" normalizeH="0" baseline="0" noProof="0">
                <a:ln>
                  <a:noFill/>
                </a:ln>
                <a:solidFill>
                  <a:srgbClr val="4D4440">
                    <a:alpha val="99000"/>
                  </a:srgbClr>
                </a:solidFill>
                <a:effectLst/>
                <a:uLnTx/>
                <a:uFillTx/>
                <a:latin typeface="+mn-ea"/>
                <a:ea typeface="+mn-ea"/>
                <a:cs typeface="Noto Sans KR" charset="-127"/>
              </a:rPr>
              <a:t> ZConverterCloud </a:t>
            </a:r>
            <a:r>
              <a:rPr kumimoji="1" lang="en-US" altLang="ko-KR" sz="907" b="0" i="0" u="none" strike="noStrike" kern="1200" cap="none" spc="0" normalizeH="0" baseline="0" noProof="0">
                <a:ln>
                  <a:noFill/>
                </a:ln>
                <a:solidFill>
                  <a:srgbClr val="4D4440">
                    <a:alpha val="99000"/>
                  </a:srgbClr>
                </a:solidFill>
                <a:effectLst/>
                <a:uLnTx/>
                <a:uFillTx/>
                <a:latin typeface="+mn-lt"/>
                <a:ea typeface="+mn-ea"/>
                <a:cs typeface="Noto Sans KR" charset="-127"/>
              </a:rPr>
              <a:t>all rights reserved.</a:t>
            </a:r>
          </a:p>
        </p:txBody>
      </p:sp>
      <p:pic>
        <p:nvPicPr>
          <p:cNvPr id="3" name="Picture 2" descr="42 Gyeongsan | 로그인">
            <a:extLst>
              <a:ext uri="{FF2B5EF4-FFF2-40B4-BE49-F238E27FC236}">
                <a16:creationId xmlns:a16="http://schemas.microsoft.com/office/drawing/2014/main" id="{BE493525-583E-4ABF-5FC3-9EB59457CA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57" y="122465"/>
            <a:ext cx="1439124" cy="50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971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4456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6638401"/>
            <a:ext cx="3562033" cy="22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829361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16" b="0" i="0" u="none" strike="noStrike" kern="1200" cap="none" spc="0" normalizeH="0" baseline="0" noProof="0">
                <a:ln>
                  <a:noFill/>
                </a:ln>
                <a:solidFill>
                  <a:srgbClr val="4D4440">
                    <a:alpha val="99000"/>
                  </a:srgbClr>
                </a:solidFill>
                <a:effectLst/>
                <a:uLnTx/>
                <a:uFillTx/>
                <a:latin typeface="+mn-lt"/>
                <a:ea typeface="+mn-ea"/>
                <a:cs typeface="Noto Sans KR" charset="-127"/>
              </a:rPr>
              <a:t>Copyright </a:t>
            </a:r>
            <a:r>
              <a:rPr kumimoji="1" lang="ko-KR" altLang="en-US" sz="816" b="0" i="0" u="none" strike="noStrike" kern="1200" cap="none" spc="0" normalizeH="0" baseline="0" noProof="0">
                <a:ln>
                  <a:noFill/>
                </a:ln>
                <a:solidFill>
                  <a:srgbClr val="4D4440">
                    <a:alpha val="99000"/>
                  </a:srgbClr>
                </a:solidFill>
                <a:effectLst/>
                <a:uLnTx/>
                <a:uFillTx/>
                <a:latin typeface="+mn-ea"/>
                <a:ea typeface="+mn-ea"/>
                <a:cs typeface="Noto Sans KR" charset="-127"/>
              </a:rPr>
              <a:t>ⓒ</a:t>
            </a:r>
            <a:r>
              <a:rPr kumimoji="1" lang="en-US" altLang="ko-KR" sz="816" b="0" i="0" u="none" strike="noStrike" kern="1200" cap="none" spc="0" normalizeH="0" baseline="0" noProof="0">
                <a:ln>
                  <a:noFill/>
                </a:ln>
                <a:solidFill>
                  <a:srgbClr val="4D4440">
                    <a:alpha val="99000"/>
                  </a:srgbClr>
                </a:solidFill>
                <a:effectLst/>
                <a:uLnTx/>
                <a:uFillTx/>
                <a:latin typeface="+mn-ea"/>
                <a:ea typeface="+mn-ea"/>
                <a:cs typeface="Noto Sans KR" charset="-127"/>
              </a:rPr>
              <a:t> ZConverterCloud </a:t>
            </a:r>
            <a:r>
              <a:rPr kumimoji="1" lang="en-US" altLang="ko-KR" sz="816" b="0" i="0" u="none" strike="noStrike" kern="1200" cap="none" spc="0" normalizeH="0" baseline="0" noProof="0">
                <a:ln>
                  <a:noFill/>
                </a:ln>
                <a:solidFill>
                  <a:srgbClr val="4D4440">
                    <a:alpha val="99000"/>
                  </a:srgbClr>
                </a:solidFill>
                <a:effectLst/>
                <a:uLnTx/>
                <a:uFillTx/>
                <a:latin typeface="+mn-lt"/>
                <a:ea typeface="+mn-ea"/>
                <a:cs typeface="Noto Sans KR" charset="-127"/>
              </a:rPr>
              <a:t>all rights reserved.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11725582" y="6578849"/>
            <a:ext cx="389850" cy="2877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57C5222F-549A-4522-8870-C370AAC9AC0E}" type="slidenum">
              <a:rPr lang="ko-KR" altLang="en-US" sz="127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ko-KR" altLang="en-US" sz="127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C5A902A-7CD4-E5DB-87A1-A69A0EA3DB8A}"/>
              </a:ext>
            </a:extLst>
          </p:cNvPr>
          <p:cNvGrpSpPr/>
          <p:nvPr userDrawn="1"/>
        </p:nvGrpSpPr>
        <p:grpSpPr>
          <a:xfrm>
            <a:off x="157962" y="426677"/>
            <a:ext cx="11838485" cy="57112"/>
            <a:chOff x="450156" y="5031056"/>
            <a:chExt cx="9803846" cy="45719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D3AED74-31D7-0D3C-81FE-F9F48DF3A182}"/>
                </a:ext>
              </a:extLst>
            </p:cNvPr>
            <p:cNvCxnSpPr/>
            <p:nvPr/>
          </p:nvCxnSpPr>
          <p:spPr>
            <a:xfrm>
              <a:off x="450156" y="5036576"/>
              <a:ext cx="9793088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순서도: 데이터 15">
              <a:extLst>
                <a:ext uri="{FF2B5EF4-FFF2-40B4-BE49-F238E27FC236}">
                  <a16:creationId xmlns:a16="http://schemas.microsoft.com/office/drawing/2014/main" id="{D192E139-5BF6-FC3C-7CCE-AC585473AD68}"/>
                </a:ext>
              </a:extLst>
            </p:cNvPr>
            <p:cNvSpPr/>
            <p:nvPr/>
          </p:nvSpPr>
          <p:spPr>
            <a:xfrm rot="10800000" flipH="1">
              <a:off x="8831698" y="5031056"/>
              <a:ext cx="792089" cy="45719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00 h 10000"/>
                <a:gd name="connsiteX1" fmla="*/ 932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00 h 10000"/>
                <a:gd name="connsiteX1" fmla="*/ 932 w 10000"/>
                <a:gd name="connsiteY1" fmla="*/ 0 h 10000"/>
                <a:gd name="connsiteX2" fmla="*/ 10000 w 10000"/>
                <a:gd name="connsiteY2" fmla="*/ 0 h 10000"/>
                <a:gd name="connsiteX3" fmla="*/ 8901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00 h 10000"/>
                <a:gd name="connsiteX1" fmla="*/ 932 w 10000"/>
                <a:gd name="connsiteY1" fmla="*/ 0 h 10000"/>
                <a:gd name="connsiteX2" fmla="*/ 10000 w 10000"/>
                <a:gd name="connsiteY2" fmla="*/ 0 h 10000"/>
                <a:gd name="connsiteX3" fmla="*/ 9037 w 10000"/>
                <a:gd name="connsiteY3" fmla="*/ 10000 h 10000"/>
                <a:gd name="connsiteX4" fmla="*/ 0 w 10000"/>
                <a:gd name="connsiteY4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311" y="6667"/>
                    <a:pt x="621" y="3333"/>
                    <a:pt x="932" y="0"/>
                  </a:cubicBezTo>
                  <a:lnTo>
                    <a:pt x="10000" y="0"/>
                  </a:lnTo>
                  <a:lnTo>
                    <a:pt x="9037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33"/>
            </a:p>
          </p:txBody>
        </p:sp>
        <p:sp>
          <p:nvSpPr>
            <p:cNvPr id="7" name="순서도: 데이터 15">
              <a:extLst>
                <a:ext uri="{FF2B5EF4-FFF2-40B4-BE49-F238E27FC236}">
                  <a16:creationId xmlns:a16="http://schemas.microsoft.com/office/drawing/2014/main" id="{92B341BA-D221-A843-53DB-1B3193F9778C}"/>
                </a:ext>
              </a:extLst>
            </p:cNvPr>
            <p:cNvSpPr/>
            <p:nvPr/>
          </p:nvSpPr>
          <p:spPr>
            <a:xfrm rot="10800000" flipH="1">
              <a:off x="9538191" y="5031056"/>
              <a:ext cx="715811" cy="45719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00 h 10000"/>
                <a:gd name="connsiteX1" fmla="*/ 932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00 h 10000"/>
                <a:gd name="connsiteX1" fmla="*/ 932 w 10000"/>
                <a:gd name="connsiteY1" fmla="*/ 0 h 10000"/>
                <a:gd name="connsiteX2" fmla="*/ 10000 w 10000"/>
                <a:gd name="connsiteY2" fmla="*/ 0 h 10000"/>
                <a:gd name="connsiteX3" fmla="*/ 8901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00 h 10000"/>
                <a:gd name="connsiteX1" fmla="*/ 932 w 10000"/>
                <a:gd name="connsiteY1" fmla="*/ 0 h 10000"/>
                <a:gd name="connsiteX2" fmla="*/ 10000 w 10000"/>
                <a:gd name="connsiteY2" fmla="*/ 0 h 10000"/>
                <a:gd name="connsiteX3" fmla="*/ 9037 w 10000"/>
                <a:gd name="connsiteY3" fmla="*/ 10000 h 10000"/>
                <a:gd name="connsiteX4" fmla="*/ 0 w 10000"/>
                <a:gd name="connsiteY4" fmla="*/ 10000 h 10000"/>
                <a:gd name="connsiteX0" fmla="*/ 0 w 9037"/>
                <a:gd name="connsiteY0" fmla="*/ 10000 h 10000"/>
                <a:gd name="connsiteX1" fmla="*/ 932 w 9037"/>
                <a:gd name="connsiteY1" fmla="*/ 0 h 10000"/>
                <a:gd name="connsiteX2" fmla="*/ 9032 w 9037"/>
                <a:gd name="connsiteY2" fmla="*/ 0 h 10000"/>
                <a:gd name="connsiteX3" fmla="*/ 9037 w 9037"/>
                <a:gd name="connsiteY3" fmla="*/ 10000 h 10000"/>
                <a:gd name="connsiteX4" fmla="*/ 0 w 9037"/>
                <a:gd name="connsiteY4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37" h="10000">
                  <a:moveTo>
                    <a:pt x="0" y="10000"/>
                  </a:moveTo>
                  <a:cubicBezTo>
                    <a:pt x="311" y="6667"/>
                    <a:pt x="621" y="3333"/>
                    <a:pt x="932" y="0"/>
                  </a:cubicBezTo>
                  <a:lnTo>
                    <a:pt x="9032" y="0"/>
                  </a:lnTo>
                  <a:cubicBezTo>
                    <a:pt x="9034" y="3333"/>
                    <a:pt x="9035" y="6667"/>
                    <a:pt x="9037" y="10000"/>
                  </a:cubicBezTo>
                  <a:lnTo>
                    <a:pt x="0" y="1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33">
                <a:solidFill>
                  <a:srgbClr val="F37321"/>
                </a:solidFill>
              </a:endParaRPr>
            </a:p>
          </p:txBody>
        </p:sp>
      </p:grpSp>
      <p:pic>
        <p:nvPicPr>
          <p:cNvPr id="9" name="그림 8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92A72B-04C5-DD16-B8D4-2025717A9D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875" y="22910"/>
            <a:ext cx="1684572" cy="335892"/>
          </a:xfrm>
          <a:prstGeom prst="rect">
            <a:avLst/>
          </a:prstGeom>
        </p:spPr>
      </p:pic>
      <p:pic>
        <p:nvPicPr>
          <p:cNvPr id="2" name="Picture 2" descr="42 Gyeongsan | 로그인">
            <a:extLst>
              <a:ext uri="{FF2B5EF4-FFF2-40B4-BE49-F238E27FC236}">
                <a16:creationId xmlns:a16="http://schemas.microsoft.com/office/drawing/2014/main" id="{52657285-D7BD-EA0F-A197-0227ABC348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7185" y="22910"/>
            <a:ext cx="910956" cy="31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4874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Noto Sans KR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Noto Sans KR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Noto Sans KR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Noto Sans K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Noto Sans K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Noto Sans K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Noto Sans K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Noto Sans K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Noto Sans K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Noto Sans KR" panose="020F0302020204030204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ajorFont>
      <a:minorFont>
        <a:latin typeface="Noto Sans KR" panose="020B0004020202020204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8738ea8-f0eb-44ff-8134-5ff48c4ff95e" xsi:nil="true"/>
    <lcf76f155ced4ddcb4097134ff3c332f xmlns="e2976f5c-f172-4737-bb16-f3479729c8b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A1696EAB9457048814C578B9F7DBB58" ma:contentTypeVersion="10" ma:contentTypeDescription="새 문서를 만듭니다." ma:contentTypeScope="" ma:versionID="ab8299fce08d70608916f32d7042ea25">
  <xsd:schema xmlns:xsd="http://www.w3.org/2001/XMLSchema" xmlns:xs="http://www.w3.org/2001/XMLSchema" xmlns:p="http://schemas.microsoft.com/office/2006/metadata/properties" xmlns:ns2="e2976f5c-f172-4737-bb16-f3479729c8b1" xmlns:ns3="48738ea8-f0eb-44ff-8134-5ff48c4ff95e" targetNamespace="http://schemas.microsoft.com/office/2006/metadata/properties" ma:root="true" ma:fieldsID="3e13cb2332528dec0ba85dca7575d04d" ns2:_="" ns3:_="">
    <xsd:import namespace="e2976f5c-f172-4737-bb16-f3479729c8b1"/>
    <xsd:import namespace="48738ea8-f0eb-44ff-8134-5ff48c4ff9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976f5c-f172-4737-bb16-f3479729c8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6889095b-13da-49c5-9ac4-a0ee3acc81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8ea8-f0eb-44ff-8134-5ff48c4ff95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dd01ecd-d19c-4075-ae92-683dedffa49b}" ma:internalName="TaxCatchAll" ma:showField="CatchAllData" ma:web="48738ea8-f0eb-44ff-8134-5ff48c4ff9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D4C8E5C-D1C3-4D4D-A97C-E10182C23E4F}">
  <ds:schemaRefs>
    <ds:schemaRef ds:uri="http://schemas.microsoft.com/office/2006/metadata/properties"/>
    <ds:schemaRef ds:uri="http://schemas.microsoft.com/office/infopath/2007/PartnerControls"/>
    <ds:schemaRef ds:uri="48738ea8-f0eb-44ff-8134-5ff48c4ff95e"/>
    <ds:schemaRef ds:uri="e2976f5c-f172-4737-bb16-f3479729c8b1"/>
  </ds:schemaRefs>
</ds:datastoreItem>
</file>

<file path=customXml/itemProps2.xml><?xml version="1.0" encoding="utf-8"?>
<ds:datastoreItem xmlns:ds="http://schemas.openxmlformats.org/officeDocument/2006/customXml" ds:itemID="{10BCC94E-6864-4276-9CE1-882F9A880D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976f5c-f172-4737-bb16-f3479729c8b1"/>
    <ds:schemaRef ds:uri="48738ea8-f0eb-44ff-8134-5ff48c4ff9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E891B08-5B32-422B-8F3B-703D2D640F4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2026-06-25T01:47:45Z</dcterms:created>
  <dcterms:modified xsi:type="dcterms:W3CDTF">2026-07-12T12:17:41Z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0x010100FA1696EAB9457048814C578B9F7DBB58</vt:lpwstr>
  </property>
  <property fmtid="{D5CDD505-2E9C-101B-9397-08002B2CF9AE}" pid="3" name="MediaServiceImageTags">
    <vt:lpwstr/>
  </property>
</Properties>
</file>